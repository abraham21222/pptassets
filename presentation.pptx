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deck for ppt_inspector demo.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pPr lvl="1"/>
            <a:r>
              <a:t>Business metrics</a:t>
            </a:r>
          </a:p>
          <a:p>
            <a:pPr lvl="1"/>
            <a:r>
              <a:t>Security review</a:t>
            </a:r>
          </a:p>
          <a:p>
            <a:pPr lvl="1"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Q4 revenue up 12% year-over-year.</a:t>
            </a:r>
          </a:p>
          <a:p>
            <a:pPr>
              <a:defRPr sz="1800"/>
            </a:pPr>
            <a:r>
              <a:t>Copyright © 2025 Sample Corp.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Preview</a:t>
            </a:r>
          </a:p>
        </p:txBody>
      </p:sp>
      <p:pic>
        <p:nvPicPr>
          <p:cNvPr id="3" name="Picture 2" descr="demo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 and proprietary information.</a:t>
            </a:r>
          </a:p>
          <a:p>
            <a:r>
              <a:t>Do not distribute externally.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